
<file path=[Content_Types].xml><?xml version="1.0" encoding="utf-8"?>
<Types xmlns="http://schemas.openxmlformats.org/package/2006/content-types">
  <Default Extension="jp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59" r:id="rId1"/>
  </p:sldMasterIdLst>
  <p:notesMasterIdLst>
    <p:notesMasterId r:id="rId8"/>
  </p:notesMasterIdLst>
  <p:sldIdLst>
    <p:sldId id="256" r:id="rId2"/>
    <p:sldId id="257" r:id="rId3"/>
    <p:sldId id="258" r:id="rId4"/>
    <p:sldId id="259" r:id="rId5"/>
    <p:sldId id="260" r:id="rId6"/>
    <p:sldId id="261" r:id="rId7"/>
  </p:sldIdLst>
  <p:sldSz cx="9144000" cy="5143500" type="screen16x9"/>
  <p:notesSz cx="6858000" cy="9144000"/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1"/>
    <p:restoredTop sz="94658"/>
  </p:normalViewPr>
  <p:slideViewPr>
    <p:cSldViewPr snapToGrid="0">
      <p:cViewPr varScale="1">
        <p:scale>
          <a:sx n="105" d="100"/>
          <a:sy n="105" d="100"/>
        </p:scale>
        <p:origin x="78" y="96"/>
      </p:cViewPr>
      <p:guideLst>
        <p:guide orient="horz" pos="162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notesMaster" Target="notesMasters/notesMaster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75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lvl="0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marL="914400" lvl="1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marL="1371600" lvl="2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marL="1828800" lvl="3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marL="2286000" lvl="4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marL="2743200" lvl="5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marL="3200400" lvl="6" indent="-29845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marL="3657600" lvl="7" indent="-29845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marL="4114800" lvl="8" indent="-29845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 spc="0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p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f8e20b80b7_0_6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f8e20b80b7_0_6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f8e20b80b7_0_1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9" name="Google Shape;69;g3f8e20b80b7_0_1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g3f8e20b80b7_0_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8" name="Google Shape;78;g3f8e20b80b7_0_24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g3f8e20b80b7_0_32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5" name="Google Shape;85;g3f8e20b80b7_0_32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f8e20b80b7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381300" y="685800"/>
            <a:ext cx="60960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f8e20b80b7_0_39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>
            <a:spLocks noGrp="1"/>
          </p:cNvSpPr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2"/>
          <p:cNvSpPr txBox="1">
            <a:spLocks noGrp="1"/>
          </p:cNvSpPr>
          <p:nvPr>
            <p:ph type="subTitle" idx="1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>
            <a:spLocks noGrp="1"/>
          </p:cNvSpPr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15" name="Google Shape;15;p3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4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19" name="Google Shape;19;p4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2" name="Google Shape;22;p5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3" name="Google Shape;23;p5"/>
          <p:cNvSpPr txBox="1">
            <a:spLocks noGrp="1"/>
          </p:cNvSpPr>
          <p:nvPr>
            <p:ph type="body" idx="2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24" name="Google Shape;24;p5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7" name="Google Shape;27;p6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>
            <a:spLocks noGrp="1"/>
          </p:cNvSpPr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30" name="Google Shape;30;p7"/>
          <p:cNvSpPr txBox="1">
            <a:spLocks noGrp="1"/>
          </p:cNvSpPr>
          <p:nvPr>
            <p:ph type="body" idx="1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1" name="Google Shape;31;p7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>
            <a:spLocks noGrp="1"/>
          </p:cNvSpPr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34" name="Google Shape;34;p8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" name="Google Shape;37;p9"/>
          <p:cNvSpPr txBox="1">
            <a:spLocks noGrp="1"/>
          </p:cNvSpPr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38" name="Google Shape;38;p9"/>
          <p:cNvSpPr txBox="1">
            <a:spLocks noGrp="1"/>
          </p:cNvSpPr>
          <p:nvPr>
            <p:ph type="subTitle" idx="1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39" name="Google Shape;39;p9"/>
          <p:cNvSpPr txBox="1">
            <a:spLocks noGrp="1"/>
          </p:cNvSpPr>
          <p:nvPr>
            <p:ph type="body" idx="2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0" name="Google Shape;40;p9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>
            <a:spLocks noGrp="1"/>
          </p:cNvSpPr>
          <p:nvPr>
            <p:ph type="body" idx="1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43" name="Google Shape;43;p10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>
            <a:spLocks noGrp="1"/>
          </p:cNvSpPr>
          <p:nvPr>
            <p:ph type="title" hasCustomPrompt="1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>
            <a:spLocks noGrp="1"/>
          </p:cNvSpPr>
          <p:nvPr>
            <p:ph type="body" idx="1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47" name="Google Shape;47;p1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spcFirstLastPara="1" wrap="square" lIns="91425" tIns="91425" rIns="91425" bIns="91425" anchor="ctr" anchorCtr="0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>
            <a:spLocks noGrp="1"/>
          </p:cNvSpPr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>
            <a:endParaRPr/>
          </a:p>
        </p:txBody>
      </p:sp>
      <p:sp>
        <p:nvSpPr>
          <p:cNvPr id="7" name="Google Shape;7;p1"/>
          <p:cNvSpPr txBox="1">
            <a:spLocks noGrp="1"/>
          </p:cNvSpPr>
          <p:nvPr>
            <p:ph type="body" idx="1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Char char="●"/>
              <a:defRPr sz="1800">
                <a:solidFill>
                  <a:schemeClr val="dk2"/>
                </a:solidFill>
              </a:defRPr>
            </a:lvl1pPr>
            <a:lvl2pPr marL="914400" lvl="1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2pPr>
            <a:lvl3pPr marL="1371600" lvl="2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3pPr>
            <a:lvl4pPr marL="1828800" lvl="3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4pPr>
            <a:lvl5pPr marL="2286000" lvl="4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5pPr>
            <a:lvl6pPr marL="2743200" lvl="5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6pPr>
            <a:lvl7pPr marL="3200400" lvl="6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●"/>
              <a:defRPr>
                <a:solidFill>
                  <a:schemeClr val="dk2"/>
                </a:solidFill>
              </a:defRPr>
            </a:lvl7pPr>
            <a:lvl8pPr marL="3657600" lvl="7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○"/>
              <a:defRPr>
                <a:solidFill>
                  <a:schemeClr val="dk2"/>
                </a:solidFill>
              </a:defRPr>
            </a:lvl8pPr>
            <a:lvl9pPr marL="4114800" lvl="8" indent="-3175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Char char="■"/>
              <a:defRPr>
                <a:solidFill>
                  <a:schemeClr val="dk2"/>
                </a:solidFill>
              </a:defRPr>
            </a:lvl9pPr>
          </a:lstStyle>
          <a:p>
            <a:endParaRPr/>
          </a:p>
        </p:txBody>
      </p:sp>
      <p:sp>
        <p:nvSpPr>
          <p:cNvPr id="8" name="Google Shape;8;p1"/>
          <p:cNvSpPr txBox="1">
            <a:spLocks noGrp="1"/>
          </p:cNvSpPr>
          <p:nvPr>
            <p:ph type="sldNum" idx="12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‹Nº›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 spc="0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g"/><Relationship Id="rId7" Type="http://schemas.microsoft.com/office/2007/relationships/hdphoto" Target="../media/hdphoto1.wdp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Relationship Id="rId6" Type="http://schemas.microsoft.com/office/2007/relationships/hdphoto" Target="../media/hdphoto2.wdp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jp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.png"/><Relationship Id="rId5" Type="http://schemas.openxmlformats.org/officeDocument/2006/relationships/image" Target="../media/image8.png"/><Relationship Id="rId4" Type="http://schemas.openxmlformats.org/officeDocument/2006/relationships/image" Target="../media/image7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Google Shape;54;p13" title="55411805628_6d7d34d3fb_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402700" y="-548148"/>
            <a:ext cx="10486748" cy="6989424"/>
          </a:xfrm>
          <a:prstGeom prst="rect">
            <a:avLst/>
          </a:prstGeom>
          <a:noFill/>
          <a:ln>
            <a:noFill/>
          </a:ln>
        </p:spPr>
      </p:pic>
      <p:pic>
        <p:nvPicPr>
          <p:cNvPr id="55" name="Google Shape;55;p13" title="ELEMENTOS PARA PPT_1-1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56" name="Google Shape;56;p13" title="ELEMENTOS PARA PPT_1-6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216575" y="4398850"/>
            <a:ext cx="1501624" cy="507225"/>
          </a:xfrm>
          <a:prstGeom prst="rect">
            <a:avLst/>
          </a:prstGeom>
          <a:noFill/>
          <a:ln>
            <a:noFill/>
          </a:ln>
        </p:spPr>
      </p:pic>
      <p:sp>
        <p:nvSpPr>
          <p:cNvPr id="58" name="Google Shape;58;p13"/>
          <p:cNvSpPr txBox="1"/>
          <p:nvPr/>
        </p:nvSpPr>
        <p:spPr>
          <a:xfrm>
            <a:off x="358575" y="1244975"/>
            <a:ext cx="5125800" cy="1800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 b="1">
                <a:solidFill>
                  <a:schemeClr val="lt1"/>
                </a:solidFill>
                <a:highlight>
                  <a:srgbClr val="FFC60A"/>
                </a:highlight>
              </a:rPr>
              <a:t>Lorem ipsum </a:t>
            </a:r>
            <a:endParaRPr sz="3500" b="1">
              <a:solidFill>
                <a:schemeClr val="lt1"/>
              </a:solidFill>
              <a:highlight>
                <a:srgbClr val="FFC60A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 b="1">
                <a:solidFill>
                  <a:schemeClr val="lt1"/>
                </a:solidFill>
                <a:highlight>
                  <a:srgbClr val="FFC60A"/>
                </a:highlight>
              </a:rPr>
              <a:t>euismod sit amet</a:t>
            </a:r>
            <a:endParaRPr sz="3500" b="1">
              <a:solidFill>
                <a:schemeClr val="lt1"/>
              </a:solidFill>
              <a:highlight>
                <a:srgbClr val="FFC60A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3500" b="1">
                <a:solidFill>
                  <a:schemeClr val="lt1"/>
                </a:solidFill>
                <a:highlight>
                  <a:srgbClr val="FFC60A"/>
                </a:highlight>
              </a:rPr>
              <a:t>consectetuer elit</a:t>
            </a:r>
            <a:endParaRPr sz="3500" b="1">
              <a:solidFill>
                <a:schemeClr val="lt1"/>
              </a:solidFill>
              <a:highlight>
                <a:srgbClr val="FFC60A"/>
              </a:highlight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312CE2B2-0F77-E084-1B8B-16E9C852E31C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BEBA8EAE-BF5A-486C-A8C5-ECC9F3942E4B}">
                <a14:imgProps xmlns:a14="http://schemas.microsoft.com/office/drawing/2010/main">
                  <a14:imgLayer r:embed="rId7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69034" t="31201" r="5925" b="23343"/>
          <a:stretch>
            <a:fillRect/>
          </a:stretch>
        </p:blipFill>
        <p:spPr>
          <a:xfrm>
            <a:off x="425801" y="4398850"/>
            <a:ext cx="794686" cy="400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3" name="Google Shape;63;p14" title="ELEMENTOS PARA PPT_1-2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64" name="Google Shape;64;p14" title="ELEMENTOS PARA PPT_1-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7216575" y="4398850"/>
            <a:ext cx="1501624" cy="507225"/>
          </a:xfrm>
          <a:prstGeom prst="rect">
            <a:avLst/>
          </a:prstGeom>
          <a:noFill/>
          <a:ln>
            <a:noFill/>
          </a:ln>
        </p:spPr>
      </p:pic>
      <p:sp>
        <p:nvSpPr>
          <p:cNvPr id="66" name="Google Shape;66;p14"/>
          <p:cNvSpPr txBox="1"/>
          <p:nvPr/>
        </p:nvSpPr>
        <p:spPr>
          <a:xfrm>
            <a:off x="885275" y="886400"/>
            <a:ext cx="5125800" cy="226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500" b="1">
                <a:solidFill>
                  <a:schemeClr val="lt1"/>
                </a:solidFill>
                <a:highlight>
                  <a:srgbClr val="FFC60A"/>
                </a:highlight>
              </a:rPr>
              <a:t>Lorem ipsum </a:t>
            </a:r>
            <a:endParaRPr sz="4500" b="1">
              <a:solidFill>
                <a:schemeClr val="lt1"/>
              </a:solidFill>
              <a:highlight>
                <a:srgbClr val="FFC60A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500" b="1">
                <a:solidFill>
                  <a:schemeClr val="lt1"/>
                </a:solidFill>
                <a:highlight>
                  <a:srgbClr val="FFC60A"/>
                </a:highlight>
              </a:rPr>
              <a:t>euismod sit amet</a:t>
            </a:r>
            <a:endParaRPr sz="4500" b="1">
              <a:solidFill>
                <a:schemeClr val="lt1"/>
              </a:solidFill>
              <a:highlight>
                <a:srgbClr val="FFC60A"/>
              </a:highlight>
            </a:endParaRPr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4500" b="1">
                <a:solidFill>
                  <a:schemeClr val="lt1"/>
                </a:solidFill>
                <a:highlight>
                  <a:srgbClr val="FFC60A"/>
                </a:highlight>
              </a:rPr>
              <a:t>consectetuer elit</a:t>
            </a:r>
            <a:endParaRPr sz="4500" b="1">
              <a:solidFill>
                <a:schemeClr val="lt1"/>
              </a:solidFill>
              <a:highlight>
                <a:srgbClr val="FFC60A"/>
              </a:highlight>
            </a:endParaRPr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6EE13EF5-6819-4EA6-0204-296DD4064836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BEBA8EAE-BF5A-486C-A8C5-ECC9F3942E4B}">
                <a14:imgProps xmlns:a14="http://schemas.microsoft.com/office/drawing/2010/main">
                  <a14:imgLayer r:embed="rId6">
                    <a14:imgEffect>
                      <a14:brightnessContrast bright="100000"/>
                    </a14:imgEffect>
                  </a14:imgLayer>
                </a14:imgProps>
              </a:ext>
            </a:extLst>
          </a:blip>
          <a:srcRect l="69034" t="31201" r="5925" b="23343"/>
          <a:stretch>
            <a:fillRect/>
          </a:stretch>
        </p:blipFill>
        <p:spPr>
          <a:xfrm>
            <a:off x="425801" y="4398850"/>
            <a:ext cx="794686" cy="4002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1" name="Google Shape;71;p15" title="55411861559_7628161a3d_o.jp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-2" y="-475500"/>
            <a:ext cx="9144003" cy="6094500"/>
          </a:xfrm>
          <a:prstGeom prst="rect">
            <a:avLst/>
          </a:prstGeom>
          <a:noFill/>
          <a:ln>
            <a:noFill/>
          </a:ln>
        </p:spPr>
      </p:pic>
      <p:pic>
        <p:nvPicPr>
          <p:cNvPr id="72" name="Google Shape;72;p15" title="Captura de Pantalla 2026-09-17 a la(s) 12.35.44.png"/>
          <p:cNvPicPr preferRelativeResize="0"/>
          <p:nvPr/>
        </p:nvPicPr>
        <p:blipFill>
          <a:blip r:embed="rId4">
            <a:alphaModFix amt="70000"/>
          </a:blip>
          <a:stretch>
            <a:fillRect/>
          </a:stretch>
        </p:blipFill>
        <p:spPr>
          <a:xfrm>
            <a:off x="0" y="6700"/>
            <a:ext cx="9144003" cy="5130101"/>
          </a:xfrm>
          <a:prstGeom prst="rect">
            <a:avLst/>
          </a:prstGeom>
          <a:noFill/>
          <a:ln>
            <a:noFill/>
          </a:ln>
        </p:spPr>
      </p:pic>
      <p:pic>
        <p:nvPicPr>
          <p:cNvPr id="73" name="Google Shape;73;p15" title="ELEMENTOS PARA PPT_1-3.png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74" name="Google Shape;74;p15" title="ELEMENTOS PARA PPT_1-6.png"/>
          <p:cNvPicPr preferRelativeResize="0"/>
          <p:nvPr/>
        </p:nvPicPr>
        <p:blipFill>
          <a:blip r:embed="rId6">
            <a:alphaModFix/>
          </a:blip>
          <a:stretch>
            <a:fillRect/>
          </a:stretch>
        </p:blipFill>
        <p:spPr>
          <a:xfrm>
            <a:off x="7216575" y="4398850"/>
            <a:ext cx="1501624" cy="507225"/>
          </a:xfrm>
          <a:prstGeom prst="rect">
            <a:avLst/>
          </a:prstGeom>
          <a:noFill/>
          <a:ln>
            <a:noFill/>
          </a:ln>
        </p:spPr>
      </p:pic>
      <p:sp>
        <p:nvSpPr>
          <p:cNvPr id="75" name="Google Shape;75;p15"/>
          <p:cNvSpPr txBox="1"/>
          <p:nvPr/>
        </p:nvSpPr>
        <p:spPr>
          <a:xfrm>
            <a:off x="1339050" y="2735350"/>
            <a:ext cx="6465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>
                <a:solidFill>
                  <a:srgbClr val="454193"/>
                </a:solidFill>
                <a:highlight>
                  <a:schemeClr val="lt1"/>
                </a:highlight>
              </a:rPr>
              <a:t>Subtítulos lorem ipsum euismod sit</a:t>
            </a:r>
            <a:endParaRPr sz="2000" b="1">
              <a:solidFill>
                <a:srgbClr val="454193"/>
              </a:solidFill>
              <a:highlight>
                <a:schemeClr val="lt1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>
                <a:solidFill>
                  <a:srgbClr val="454193"/>
                </a:solidFill>
                <a:highlight>
                  <a:schemeClr val="lt1"/>
                </a:highlight>
              </a:rPr>
              <a:t>amet consectetuer elit</a:t>
            </a:r>
            <a:endParaRPr sz="2000" b="1">
              <a:solidFill>
                <a:srgbClr val="454193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7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0" name="Google Shape;80;p16" title="ELEMENTOS PARA PPT_1-4.png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  <p:pic>
        <p:nvPicPr>
          <p:cNvPr id="81" name="Google Shape;81;p16" title="ELEMENTOS PARA PPT_1-6.png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21187" y="4398850"/>
            <a:ext cx="1501624" cy="507225"/>
          </a:xfrm>
          <a:prstGeom prst="rect">
            <a:avLst/>
          </a:prstGeom>
          <a:noFill/>
          <a:ln>
            <a:noFill/>
          </a:ln>
        </p:spPr>
      </p:pic>
      <p:sp>
        <p:nvSpPr>
          <p:cNvPr id="82" name="Google Shape;82;p16"/>
          <p:cNvSpPr txBox="1"/>
          <p:nvPr/>
        </p:nvSpPr>
        <p:spPr>
          <a:xfrm>
            <a:off x="1339050" y="2171550"/>
            <a:ext cx="6465900" cy="800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>
                <a:solidFill>
                  <a:srgbClr val="454193"/>
                </a:solidFill>
                <a:highlight>
                  <a:schemeClr val="lt1"/>
                </a:highlight>
              </a:rPr>
              <a:t>Subtítulos lorem ipsum euismod sit</a:t>
            </a:r>
            <a:endParaRPr sz="2000" b="1">
              <a:solidFill>
                <a:srgbClr val="454193"/>
              </a:solidFill>
              <a:highlight>
                <a:schemeClr val="lt1"/>
              </a:highlight>
            </a:endParaRPr>
          </a:p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>
                <a:solidFill>
                  <a:srgbClr val="454193"/>
                </a:solidFill>
                <a:highlight>
                  <a:schemeClr val="lt1"/>
                </a:highlight>
              </a:rPr>
              <a:t>amet consectetuer elit</a:t>
            </a:r>
            <a:endParaRPr sz="2000" b="1">
              <a:solidFill>
                <a:srgbClr val="454193"/>
              </a:solidFill>
              <a:highlight>
                <a:schemeClr val="lt1"/>
              </a:highlight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7" name="Google Shape;87;p17"/>
          <p:cNvSpPr txBox="1"/>
          <p:nvPr/>
        </p:nvSpPr>
        <p:spPr>
          <a:xfrm>
            <a:off x="565850" y="288950"/>
            <a:ext cx="6465900" cy="492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s" sz="2000" b="1">
                <a:solidFill>
                  <a:srgbClr val="454193"/>
                </a:solidFill>
              </a:rPr>
              <a:t>Título de la diapositiva</a:t>
            </a:r>
            <a:endParaRPr sz="2000" b="1">
              <a:solidFill>
                <a:srgbClr val="454193"/>
              </a:solidFill>
            </a:endParaRPr>
          </a:p>
        </p:txBody>
      </p:sp>
      <p:sp>
        <p:nvSpPr>
          <p:cNvPr id="88" name="Google Shape;88;p17"/>
          <p:cNvSpPr/>
          <p:nvPr/>
        </p:nvSpPr>
        <p:spPr>
          <a:xfrm>
            <a:off x="-316150" y="181100"/>
            <a:ext cx="708300" cy="708300"/>
          </a:xfrm>
          <a:prstGeom prst="ellipse">
            <a:avLst/>
          </a:prstGeom>
          <a:solidFill>
            <a:srgbClr val="454193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2" name="Imagen 1">
            <a:extLst>
              <a:ext uri="{FF2B5EF4-FFF2-40B4-BE49-F238E27FC236}">
                <a16:creationId xmlns:a16="http://schemas.microsoft.com/office/drawing/2014/main" id="{5E151618-E7D7-C1A9-A205-7373DCFB412A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69034" t="31201" r="5925" b="23343"/>
          <a:stretch>
            <a:fillRect/>
          </a:stretch>
        </p:blipFill>
        <p:spPr>
          <a:xfrm>
            <a:off x="8180807" y="181100"/>
            <a:ext cx="794686" cy="4002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3" name="Google Shape;93;p18" title="ELEMENTOS PARA PPT_1-5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0" y="0"/>
            <a:ext cx="9144003" cy="514349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34</Words>
  <Application>Microsoft Office PowerPoint</Application>
  <PresentationFormat>Presentación en pantalla (16:9)</PresentationFormat>
  <Paragraphs>11</Paragraphs>
  <Slides>6</Slides>
  <Notes>6</Notes>
  <HiddenSlides>0</HiddenSlides>
  <MMClips>0</MMClips>
  <ScaleCrop>false</ScaleCrop>
  <HeadingPairs>
    <vt:vector size="6" baseType="variant">
      <vt:variant>
        <vt:lpstr>Fuentes usadas</vt:lpstr>
      </vt:variant>
      <vt:variant>
        <vt:i4>1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6</vt:i4>
      </vt:variant>
    </vt:vector>
  </HeadingPairs>
  <TitlesOfParts>
    <vt:vector size="8" baseType="lpstr">
      <vt:lpstr>Arial</vt:lpstr>
      <vt:lpstr>Simple Light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  <vt:lpstr>Presentación de PowerPoint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Troya Astudillo, Tainy Yolanda</dc:creator>
  <cp:lastModifiedBy>Troya Astudillo, Tainy Yolanda</cp:lastModifiedBy>
  <cp:revision>1</cp:revision>
  <dcterms:modified xsi:type="dcterms:W3CDTF">2026-09-29T12:53:08Z</dcterms:modified>
</cp:coreProperties>
</file>