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4"/>
    <p:restoredTop sz="94694"/>
  </p:normalViewPr>
  <p:slideViewPr>
    <p:cSldViewPr snapToGrid="0">
      <p:cViewPr varScale="1">
        <p:scale>
          <a:sx n="116" d="100"/>
          <a:sy n="116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3F93E-7217-AE40-A4DD-98A7EF3C3F2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C0D2B-3B2A-6843-8BB2-DC517C07D24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230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userDrawn="1">
  <p:cSld name="1_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4DDCB9-0C14-1109-D8B6-9D58D89E06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5778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DD9507-B36C-CD78-A925-820B36A1A5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579" y="5539319"/>
            <a:ext cx="2453821" cy="478362"/>
          </a:xfrm>
          <a:prstGeom prst="rect">
            <a:avLst/>
          </a:prstGeom>
        </p:spPr>
      </p:pic>
      <p:sp>
        <p:nvSpPr>
          <p:cNvPr id="7" name="Paralelogramo 6">
            <a:extLst>
              <a:ext uri="{FF2B5EF4-FFF2-40B4-BE49-F238E27FC236}">
                <a16:creationId xmlns:a16="http://schemas.microsoft.com/office/drawing/2014/main" id="{C60AFCCA-D482-C0D2-B5DF-7E2DCC5AF21F}"/>
              </a:ext>
            </a:extLst>
          </p:cNvPr>
          <p:cNvSpPr/>
          <p:nvPr userDrawn="1"/>
        </p:nvSpPr>
        <p:spPr>
          <a:xfrm>
            <a:off x="349321" y="-14555"/>
            <a:ext cx="4378611" cy="513708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3E0E22-15A3-5398-5037-FA11B272837D}"/>
              </a:ext>
            </a:extLst>
          </p:cNvPr>
          <p:cNvSpPr txBox="1"/>
          <p:nvPr userDrawn="1"/>
        </p:nvSpPr>
        <p:spPr>
          <a:xfrm>
            <a:off x="539286" y="57633"/>
            <a:ext cx="396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i="1" dirty="0">
                <a:solidFill>
                  <a:srgbClr val="2D2D93"/>
                </a:solidFill>
                <a:latin typeface="Montserrat" pitchFamily="2" charset="77"/>
              </a:rPr>
              <a:t>Servicio de Rentas Internas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9225C8-CD6C-7433-6A34-EB63A519A6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F36FC9-505B-A098-BADE-E8CC287F7E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0" y="1178528"/>
            <a:ext cx="7772400" cy="45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7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B26F8C-3A77-34DC-52F0-38292DAA0D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49577" cy="69478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E3DD77-2E3E-2D7F-35D4-D360DC685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7121" cy="69478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1B5288-8C35-254F-1815-EBF6F14CE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410" y="-42071"/>
            <a:ext cx="11151219" cy="70319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658302-0930-F64F-47BC-FFD1AD47FC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0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75EA27-B0AF-6126-9994-0CB4B51B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090E00-67A4-AB5E-4BCF-D3965102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A6FE85-CF0A-A61B-7166-37BA9CA3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AFB44FF-0BAE-BC6D-2A6C-16401E6BC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896"/>
            <a:ext cx="1010400" cy="42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6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AB612CF-9BAF-D60A-C3BC-BAC2682DE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444" y="0"/>
            <a:ext cx="2168978" cy="4269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219E8F2-D5BC-5E4F-B68B-6C12D2EDC6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0354" y="6339696"/>
            <a:ext cx="2632982" cy="518304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5B77C43-0BE0-958E-26E7-C8115C9A69D0}"/>
              </a:ext>
            </a:extLst>
          </p:cNvPr>
          <p:cNvGrpSpPr/>
          <p:nvPr userDrawn="1"/>
        </p:nvGrpSpPr>
        <p:grpSpPr>
          <a:xfrm>
            <a:off x="2663598" y="2388314"/>
            <a:ext cx="6864804" cy="2081373"/>
            <a:chOff x="1373066" y="2643027"/>
            <a:chExt cx="6864804" cy="208137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BBA4E28-A25A-182F-E9CD-41FB1413CF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3066" y="2806344"/>
              <a:ext cx="5331068" cy="1918056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19BF794-B675-2CD1-2CE2-5DA2646CE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34" r="5925"/>
            <a:stretch/>
          </p:blipFill>
          <p:spPr>
            <a:xfrm>
              <a:off x="6359121" y="2643027"/>
              <a:ext cx="1878749" cy="2081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849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7DE1E-0258-A075-C970-1E56A6C2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AF9BF-1403-4E19-0232-09451852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152515-F4F1-51C9-BE5A-A8106C23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DA65A-5ADA-4957-7F7C-B7918FBBA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514894-A284-E4E5-F3FF-831F0EA3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98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2782-BEED-D88D-4396-7067ED8C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E9F7E-23D6-C3AB-940C-21FC8CF7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2CC2B-361C-3E42-AD1C-E1F29D49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AC9F8-D713-D60A-C50F-C1D42BA1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2E9D3-2365-233C-4C36-ED5C14B4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5299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B0511-8BF4-75FB-FEBF-5D3D2D78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51A95-5BE1-2164-8FE9-2859E9CDB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29CED5-D6B4-EF47-4E0E-A6CD67C4D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21C6D9-10DD-7292-D50C-07FF634D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2DE3BC-DC31-A3FA-CFF5-3268D6C0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5AF61-A67A-DCBA-5D8D-C0C9D636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584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9D2B5-96AE-1614-05A5-29AF4A58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E97EAF-AFBD-6627-9CBF-47FB242C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132775-879E-DD76-F035-8E0C16D7C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BC8DC9-FC7E-03DE-6DBB-E222C0EE7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00D699-1771-8AD4-705F-56AD1CC7C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5AFEE5-319F-A2AD-E31E-3E4B9552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62BC96-8129-04A7-077D-30B1D895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850C51-FE30-CC3B-0DF8-C0FC80D8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500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7EAB0-41BF-4711-E5EB-0169309E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952A4-99B0-BB43-2129-31DF6B4B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B0B186-2E7F-A295-A698-63FA1C600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60E8C-DC55-1D75-2F59-88087753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837411-8394-7846-51A2-735BA4B1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7F727-8C63-9E62-3005-D8DE7BD9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16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FD4A5-2815-0715-BE6A-ED798C62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EFC399-02AF-F5DE-EBBB-C091BB2EA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70B8C7-91BC-E305-3D19-80305D46B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D55C8-7229-6006-65E0-9F22FC62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A83BA8-C3C0-3678-E05C-A887AE2A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71B54B-C4AC-A6B5-01FC-BD951F77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8373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2E5E9A-248B-BEE7-E138-94F035A26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96C933-7F79-E5AB-3E6A-4FB1CA391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58367-8DEE-170B-3EDD-F7B89DC7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FA7B5-431A-0B38-0BFC-DD198E62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C45648-E844-F7F9-3B5C-1755CB2E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883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ADFCD2-7EA4-D8B1-644E-6B1D3239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634A4B-6143-6207-279D-2E105AE5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07B03-9DC8-2F4D-C2E2-9CAA2F105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88A29-2FC1-F693-B753-3254BD88B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70BCB-741F-80A7-530D-E445A5281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333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4" r:id="rId2"/>
    <p:sldLayoutId id="2147483655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53835" y="1787979"/>
            <a:ext cx="290648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Barlow Condensed Medium"/>
                <a:cs typeface="Arial" panose="020B0604020202020204" pitchFamily="34" charset="0"/>
                <a:sym typeface="Barlow Condensed Medium"/>
              </a:rPr>
              <a:t>Título de la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53835" y="2372714"/>
            <a:ext cx="47189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5400" b="1" dirty="0">
                <a:solidFill>
                  <a:schemeClr val="lt1"/>
                </a:solidFill>
                <a:latin typeface="Arial" panose="020B0604020202020204" pitchFamily="34" charset="0"/>
                <a:ea typeface="Barlow Condensed Medium"/>
                <a:cs typeface="Arial" panose="020B0604020202020204" pitchFamily="34" charset="0"/>
                <a:sym typeface="Barlow Condensed Medium"/>
              </a:rPr>
              <a:t>Presentación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2989782" y="2732488"/>
            <a:ext cx="6273290" cy="975374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2959355" y="2753709"/>
            <a:ext cx="6273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54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Separador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3DB-0DC3-5492-6979-F9E64B8C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818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</Words>
  <Application>Microsoft Macintosh PowerPoint</Application>
  <PresentationFormat>Panorámica</PresentationFormat>
  <Paragraphs>4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Barlow Condensed Medium</vt:lpstr>
      <vt:lpstr>Calibri</vt:lpstr>
      <vt:lpstr>Calibri Light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Danilo Paul Mendoza Vela</cp:lastModifiedBy>
  <cp:revision>8</cp:revision>
  <dcterms:created xsi:type="dcterms:W3CDTF">2025-06-03T13:46:12Z</dcterms:created>
  <dcterms:modified xsi:type="dcterms:W3CDTF">2025-08-21T20:05:17Z</dcterms:modified>
</cp:coreProperties>
</file>